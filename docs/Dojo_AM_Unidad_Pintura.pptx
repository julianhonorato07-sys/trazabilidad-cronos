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 en seis pasos: evaluación inicial, bienvenida con los tótems, rotación por estaciones con tres juegos prácticos, evaluación final, compromiso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 de la sesión: evaluación inicial con el AM Game en la PC. No aprueba ni desaprueba, sirve como línea base para comparar con la evaluación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2: bienvenida. El multiplicador recorre los cinco tótems con el grupo: qué es el AM, la visión general de los pasos 0 a 4 y el detalle de los pasos 1, 2 y 3, en lenguaje simple y con ejemplos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3: rotación por estaciones con tres juegos prácticos. Juego 1, acomodar y clasificar los objetos. Juego 2, limpieza de la maqueta. Juego 3, video donde el operario identifica diez cosas que se hicieron mal en el ciclo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4 a 6: evaluación final con el mismo AM Game para verificar lo aprendido, compromiso personal de aplicación en el puesto y entrega del certificado con registro en la matriz de habilidades.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470660" y="2446020"/>
            <a:ext cx="9220200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3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490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77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877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al llegar: mide la línea base de cada operario.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hard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3182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1318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43840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8412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por los tótems: qué es el AM y los pasos 1, 2 y 3.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72440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tools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57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97586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75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28244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32816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prácticos: clasificar objetos, limpiar la maqueta y el video de los 10 errores.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56844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gamep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610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81990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199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2648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final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que al inicio, para medir lo aprendido.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41248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lightbulb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66394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639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797052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801624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puesto.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02565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6" name="Image 5" descr="icons/meda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3690" y="2228850"/>
            <a:ext cx="434340" cy="43434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05079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105079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98145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8602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y registro en la matriz de habilidades.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43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45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7" name="Image 8" descr="icons/user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9" name="Image 9" descr="icons/sync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Evaluación inicial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7716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00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antes de enseñar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al Dojo, cada operario responde el AM Game en la PC, antes de cualquier explicación.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546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con preguntas sobre limpieza, inspección, lubricación y apriete.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nota de aprobación: es la línea base de cada persona.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quiz se repite al final de la sesión para medir el avance.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registrado por operario, por turno y por línea.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58064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 · 10 MIN</a:t>
            </a:r>
            <a:endParaRPr lang="en-US" sz="1000" dirty="0"/>
          </a:p>
        </p:txBody>
      </p:sp>
      <p:pic>
        <p:nvPicPr>
          <p:cNvPr id="12" name="Image 1" descr="assets/eval_p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1325880"/>
            <a:ext cx="3246120" cy="38587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3" name="Image 2" descr="assets/eval_scree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69680" y="1325880"/>
            <a:ext cx="2770632" cy="1554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4" name="Shape 9"/>
          <p:cNvSpPr/>
          <p:nvPr/>
        </p:nvSpPr>
        <p:spPr>
          <a:xfrm>
            <a:off x="8869680" y="3063240"/>
            <a:ext cx="2770632" cy="2121408"/>
          </a:xfrm>
          <a:prstGeom prst="roundRect">
            <a:avLst>
              <a:gd name="adj" fmla="val 5172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9052560" y="320040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Game: pregunta, respuestas y barra de avance por pasos. Misma herramienta que en Betim, con preguntas de Pintura.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40680" y="525780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 en la PC del Dojo. Fotos de referencia.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Bienvenida: recorrido por los tótems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totem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room_peop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de Pintura con los 5 tótems de AM.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199632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multiplicador recorre los tótems con el grupo.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boo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92531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AM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278892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ist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59253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3756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02920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4" descr="icons/broom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9253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57784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726948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8" name="Image 5" descr="icons/search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9253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81812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950976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21" name="Image 6" descr="icons/clipboard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592531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05840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Rotación por estaciones: 3 juegos prácticos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game1_too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3163824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tool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Acomodar y clasificar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ordenar e identificar las herramientas y consumibles del puesto: lo que sirve, lo que sobra y lo que falta.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· PASO 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315968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game2_maque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98848" y="1508760"/>
            <a:ext cx="3163824" cy="2377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broom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578" y="41948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8928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Limpieza de la maqueta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 sobre la maqueta real: limpiar con las manos, detectar anomalías y etiquetarlas.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 · PASO 1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8083296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game3_vide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66176" y="1508760"/>
            <a:ext cx="3163824" cy="237744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eye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419481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06256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Video de los 10 errores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un video del ciclo de limpieza e identificar las 10 cosas que se hicieron mal.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PASOS 1 A 3</a:t>
            </a:r>
            <a:endParaRPr lang="en-US" sz="90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· Evaluación final y certificación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cer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3017520" cy="47000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eval_p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25880"/>
            <a:ext cx="3017520" cy="359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3749040" y="5074920"/>
            <a:ext cx="3017520" cy="950976"/>
          </a:xfrm>
          <a:prstGeom prst="roundRect">
            <a:avLst>
              <a:gd name="adj" fmla="val 11538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31920" y="5120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del inicio: la diferencia de puntaje muestra lo aprendido.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040880" y="14630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9" name="Image 2" descr="icons/gamepad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58877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0" y="144475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Evaluación final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 el AM Game y se compara con la línea base: así verificamos que el operario aprendió.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040880" y="2971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3" name="Image 3" descr="icons/lightbulb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09753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295351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Compromiso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7772400" y="324612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escribe qué va a aplicar mañana en su puesto y lo comparte con el grupo.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040880" y="44805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medal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60629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772400" y="44622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Certificación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0" y="475488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del certificado de AM y registro en la matriz de habilidades de la unidad.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entre evaluación inicial y final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puntaje en el AM Game antes y después de la sesión, y resultado de los 3 juegos.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2026-09-04T14:56:10Z</dcterms:created>
  <dcterms:modified xsi:type="dcterms:W3CDTF">2026-09-04T14:56:10Z</dcterms:modified>
</cp:coreProperties>
</file>