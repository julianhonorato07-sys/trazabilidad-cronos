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sesión: bienvenida, rotación por las 4 estaciones, juegos de evaluación, compromiso personal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juegos para evaluar: el AM Game digital, la Fórmula 1 AM y la Caza de las 10 Anomalías. Evaluar jugando eleva la participación y la retención.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AM Game es un quiz interactivo. Es digital, individual y con jugadas ilimitadas. En Betim, 1.316 personas lo completaron con 11.992 jugadas en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Fórmula 1 AM es una carrera de pit stop por equipos. Se evalúa tiempo, calidad y seguridad. Es el juego que más genera espíritu de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Caza de las 10 Anomalías, el operario tiene que encontrar errores escondidos en una máquina o maqueta. Entrena el ojo para detectar anomalías temprano, que es la base del paso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ya está probado en Betim Powertrain: más de 1.300 personas completaron el juego, casi 12.000 jugadas y más de 800 colaboradores capacitados del paso 0 al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jp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655064" y="2446020"/>
            <a:ext cx="8851392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20724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hard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894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72184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72184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Conceptos de los pasos 1, 2 y 3 en lenguaje simple, con ejemplos de la línea.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33572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tool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742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685032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85032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852928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898648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masa: las 4 maquetas, guiadas por un multiplicador del área.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4642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gamepad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59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978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978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065776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Juegos de evaluación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111496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Game, Fórmula 1 AM y Caza de las 10 Anomalías.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859268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lightbulb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438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110728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110728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278624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7324344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propio puesto.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10072116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medal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9286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0323576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10323576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9491472" y="30632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9537192" y="3703320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Reconocimiento y registro en la matriz de habilidades.</a:t>
            </a:r>
            <a:endParaRPr lang="en-US" sz="1150" dirty="0"/>
          </a:p>
        </p:txBody>
      </p:sp>
      <p:sp>
        <p:nvSpPr>
          <p:cNvPr id="35" name="Shape 28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37" name="Image 5" descr="icons/user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39" name="Image 6" descr="icons/clock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1" name="Image 7" descr="icons/user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3" name="Image 8" descr="icons/sync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45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NO SEA ABURRIDO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para evaluar lo aprendido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amgam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2011680"/>
            <a:ext cx="3163824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20624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mobile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3434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420624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Game digital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9377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interactivo con ranking en pantalla.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064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315968" y="182880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f1a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498848" y="2011680"/>
            <a:ext cx="3163824" cy="19659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20624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fla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008" y="434340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84648" y="420624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1 AM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9377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Carrera de pit stop por equipos contra el cronómetro.</a:t>
            </a:r>
            <a:endParaRPr lang="en-US" sz="12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064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PRÁCTICO · POR EQUIPOS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083296" y="1828800"/>
            <a:ext cx="3529584" cy="448056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dojo_training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66176" y="2011680"/>
            <a:ext cx="3163824" cy="196596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20624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searchplu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4343400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51976" y="420624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Caza de las 10 Anomalías</a:t>
            </a:r>
            <a:endParaRPr lang="en-US" sz="18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9377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los errores escondidos en una máquina.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064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INDIVIDUAL</a:t>
            </a:r>
            <a:endParaRPr lang="en-US" sz="95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AM Game digital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amga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212080" cy="2916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3159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 en Betim: pregunta, respuestas y barra de avance por pasos.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709160"/>
            <a:ext cx="5212080" cy="1600200"/>
          </a:xfrm>
          <a:prstGeom prst="roundRect">
            <a:avLst>
              <a:gd name="adj" fmla="val 6857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1.316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completaron el juego en Betim Powertrain, con 9,1 jugadas por empleado.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mide: conocimiento de los pasos 1 a 3 aplicado a Pintura.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258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funciona?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309360" y="192024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mobil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090" y="204597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interactivo en tablet o celular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21945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Disponible en el Dojo y en la línea, sin instalar nada.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309360" y="301752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ques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090" y="314325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con casos reales de Pintura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Pistolas, filtros, bombas, mangueras y cabina, ilustradas con situaciones de la línea.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114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stopwatch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090" y="4240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4096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por pregunta y puntaje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43891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ranking se muestra en la pantalla del Dojo y alimenta la competencia sana.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309360" y="521208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4" descr="icons/sync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5090" y="5337810"/>
            <a:ext cx="251460" cy="2514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5193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Jugadas ilimitadas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5486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intento refuerza el contenido. Se registra el mejor puntaje y la cantidad de jugadas.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Fórmula 1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f1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4480560" cy="339242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4937760"/>
            <a:ext cx="1417320" cy="1371600"/>
          </a:xfrm>
          <a:prstGeom prst="roundRect">
            <a:avLst>
              <a:gd name="adj" fmla="val 8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stopwatch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507492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577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075688" y="4937760"/>
            <a:ext cx="1417320" cy="1371600"/>
          </a:xfrm>
          <a:prstGeom prst="roundRect">
            <a:avLst>
              <a:gd name="adj" fmla="val 8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608" y="507492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075688" y="5577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3602736" y="4937760"/>
            <a:ext cx="1417320" cy="1371600"/>
          </a:xfrm>
          <a:prstGeom prst="roundRect">
            <a:avLst>
              <a:gd name="adj" fmla="val 8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o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656" y="5074920"/>
            <a:ext cx="411480" cy="411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602736" y="5577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5577840" y="1325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Carrera de pit stop por equipos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577840" y="17830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Competencia, consistencia y rigor: igual que un pit stop de Fórmula 1, cada segundo y cada detalle cuentan.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57784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user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3570" y="264033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309360" y="24963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de 4 a 5 operarios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6309360" y="2788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con un rol: limpieza, inspección, apriete y verificación final.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5577840" y="347472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tool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570" y="360045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09360" y="34564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Tareas del pit stop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6309360" y="37490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la pistola, cambiar el filtro, apretar la conexión y ejecutar el estándar de limpieza, lubricación y apriete.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5577840" y="44348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5" name="Image 6" descr="icons/flag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3570" y="4560570"/>
            <a:ext cx="251460" cy="25146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309360" y="44165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el cronómetro</a:t>
            </a:r>
            <a:endParaRPr lang="en-US" sz="1400" dirty="0"/>
          </a:p>
        </p:txBody>
      </p:sp>
      <p:sp>
        <p:nvSpPr>
          <p:cNvPr id="27" name="Text 18"/>
          <p:cNvSpPr txBox="1"/>
          <p:nvPr/>
        </p:nvSpPr>
        <p:spPr>
          <a:xfrm>
            <a:off x="6309360" y="4709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 el equipo más rápido sin errores. Cada anomalía no vista o paso saltado suma segundos de penalización.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5577840" y="53949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7" descr="icons/trophy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3570" y="5520690"/>
            <a:ext cx="251460" cy="2514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6309360" y="53766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Podio y reconocimiento</a:t>
            </a:r>
            <a:endParaRPr lang="en-US" sz="1400" dirty="0"/>
          </a:p>
        </p:txBody>
      </p:sp>
      <p:sp>
        <p:nvSpPr>
          <p:cNvPr id="31" name="Text 21"/>
          <p:cNvSpPr txBox="1"/>
          <p:nvPr/>
        </p:nvSpPr>
        <p:spPr>
          <a:xfrm>
            <a:off x="6309360" y="56692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por turno y por línea. El podio se exhibe en el Dojo.</a:t>
            </a:r>
            <a:endParaRPr lang="en-US" sz="1200" dirty="0"/>
          </a:p>
        </p:txBody>
      </p:sp>
      <p:sp>
        <p:nvSpPr>
          <p:cNvPr id="32" name="Text 2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Caza de las 10 Anomalías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754880" cy="49834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searchplus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600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lo que nadie ve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maqueta, o una máquina real, preparada con 10 anomalías escondidas. El operario tiene 10 minutos para encontrarlas, etiquetarlas y clasificarlas: ¿la resuelvo yo o la escalo a Mantenimiento?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PUNTUACIÓN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2960" y="434340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343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de 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4343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Cazador experto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4965192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96519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 9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4965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" y="5586984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58698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de 7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55869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Vuelve a la estación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1325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10 ANOMALÍAS ESCONDIDAS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0" y="1737360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52160" y="1911096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5216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1737360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 de pistola obstruida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732520" y="1737360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915400" y="1911096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5400" y="1911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509760" y="1737360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saturado sin registro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2670048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852160" y="2843784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85216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446520" y="2670048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 en el sello de la bomba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732520" y="2670048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915400" y="2843784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1540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9509760" y="2670048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 con roce y desgaste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3602736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852160" y="3776472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85216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446520" y="3602736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Racor de alta presión flojo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8732520" y="3602736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915400" y="3776472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91540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9509760" y="3602736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Manómetro fuera de rango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669280" y="4535424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5852160" y="4709160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85216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6446520" y="4535424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lubricación seco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8732520" y="4535424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915400" y="4709160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91540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9509760" y="4535424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acumulado en rejilla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669280" y="5468112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5852160" y="5641848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852160" y="5641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6446520" y="5468112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 de identificación faltante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8732520" y="5468112"/>
            <a:ext cx="288036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915400" y="5641848"/>
            <a:ext cx="457200" cy="4572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915400" y="5641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9509760" y="5468112"/>
            <a:ext cx="1965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Tornillo flojo en la carcasa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funcionó: Dojo AM de Betim Powertrain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entran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406908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dojo_betim_board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94760"/>
            <a:ext cx="406908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4983480" y="132588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166360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1.316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5166360" y="25603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empleados completaron el AM Game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251192" y="132588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434072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11.992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7434072" y="25603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jugadas registradas, 9,1 por empleado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518904" y="132588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701784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+800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9701784" y="25603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capacitados del paso 0 al 3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983480" y="379476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66360" y="4069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+1.500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5166360" y="5029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 al Dojo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251192" y="379476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34072" y="4069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</a:t>
            </a:r>
            <a:endParaRPr lang="en-US" sz="3600" dirty="0"/>
          </a:p>
        </p:txBody>
      </p:sp>
      <p:sp>
        <p:nvSpPr>
          <p:cNvPr id="20" name="Text 16"/>
          <p:cNvSpPr txBox="1"/>
          <p:nvPr/>
        </p:nvSpPr>
        <p:spPr>
          <a:xfrm>
            <a:off x="7434072" y="5029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 de entrenamiento creados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9518904" y="3794760"/>
            <a:ext cx="2103120" cy="2286000"/>
          </a:xfrm>
          <a:prstGeom prst="roundRect">
            <a:avLst>
              <a:gd name="adj" fmla="val 5217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701784" y="4069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23" name="Text 19"/>
          <p:cNvSpPr txBox="1"/>
          <p:nvPr/>
        </p:nvSpPr>
        <p:spPr>
          <a:xfrm>
            <a:off x="9701784" y="5029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fábrica recibió el material de los pasos 0 a 4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modelo, adaptado a los equipos y a los problemas de Pintura.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Participación en los juegos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Jugadas del AM Game, equipos en la Fórmula 1 AM y puntaje en la Caza de Anomalías.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2026-09-04T12:00:56Z</dcterms:created>
  <dcterms:modified xsi:type="dcterms:W3CDTF">2026-09-04T12:00:56Z</dcterms:modified>
</cp:coreProperties>
</file>